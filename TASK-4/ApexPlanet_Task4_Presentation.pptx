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422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walk you through a full data analytics story — from raw e-commerce data to validated business insights — covering cleaning, EDA, statistical testing,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roadmap for today's presentation — six sections taking you from objective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three core business questions. Every chart and test in this deck is designed to answer one of these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1,000 rows with 12 columns. We found 20 missing Age values (filled with median) and 13 missing City entries (filled with 'Unknown'). No duplicate rows were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alone accounts for over a third of all revenue. This is the single most important category for ApexPlanet and should receive priority in both inventory planning and marketing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reveals a clear seasonal spike in March 2025. Businesses that pre-plan inventory and promotions two months before this window will capture the most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Gender is almost perfectly balanced, confirming that gender-specific campaigns would be wasteful. However, the 36-50 age bracket consistently generates the highest revenue and should be the primary audience for loyalty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Patna is the top city but represents less than 14% of revenue alone — the remaining cities collectively dominate. This suggests geographic expansion is both possible and necessary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rigorous statistical tests confirm our findings. Importantly, gender does NOT drive spending differences — allowing the business to focus resources on universal campaigns rather than segmenting by gender.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clear, data-validated recommendations. Each one maps directly to a finding and a statistical test, giving management confidence that these are evidence-based decisions — not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this analysis moves ApexPlanet from raw transaction data to an actionable strategy. The five recommendations are statistically grounded and can be prioritised immediately by the product and marketing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attending. I'm happy to dive deeper into any of the statistical tests or business recommendations. All code and output files are available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1828800" cy="18288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·  DATA ANALYTICS INTERNSHIP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|  ApexPlanet E-Commerce Dataset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Jan 2026  |  1,000 Orders  |  ₹139.4 M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618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are we answering?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4963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350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orders · 5 categories · 8 cities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7307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3584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Charts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950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trends, demographics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12618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115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· Chi-Squared · ANOVA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24963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350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715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actions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37307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3584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950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 for ApexPlanet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is an e-commerce platform selling products across five categories to customers in eight Indian cities. Management needs a data-driven view of one full year of transactions to answer three critical questions: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Which categories and cities drive the most revenue?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7063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163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When does demand peak — and how can we prepare?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2102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Which customer segments should we target with marketing?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Data cleaning → EDA → Visualisation → Hypothesis Testing →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247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09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960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247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0" y="1709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1247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1709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3172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587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0" y="3172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2587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3172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Electronics · Fashion · Furniture · Grocery ·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Category Revenue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30352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97880" y="9144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016752" y="11704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1024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2240" y="1389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₹50.8M — 36.4% of all revenue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97880" y="20574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16752" y="231343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167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is 2nd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92240" y="2532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brand-driven purchases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32004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16752" y="345643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3310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is steady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3675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frequency, lower ticket size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E0FDF4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Increase inventory &amp; ad spend on Electronics 2 months before peak season.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Seasonal Sales Trend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8412480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95020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Peak: March 2025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4352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by January. Launch spring campaigns in Feb.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46320" y="395020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83480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Dip: Jan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3480" y="4352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Post-holiday slowdown — use discount offers to revive demand.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&amp; 4 — Customer Demographics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Gender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39319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Age Group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88720"/>
            <a:ext cx="420624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160520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" y="42062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gender split (52% M / 48% F) — both audiences matter equally.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00600" y="4160520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42062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36–50 age group generates the highest revenue — the core target segment.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5 — Geographic Performance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30352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97880" y="9144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leads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1389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 of total revenue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97880" y="21031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cities covered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2578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&amp; Tier-2 mix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97880" y="32918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Lower-ranked cities show potential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Launch first-order discount campaigns in Tier-2 cities to unlock untapped demand.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hypotheses tested at α = 0.05 significance level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658368" cy="105156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(Welch)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Male avg order value = Female avg order value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0.495  ·  95% CI: [–₹9,214 , +₹19,063]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FAIL TO REJECT H₀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8660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gender spending gap.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95728"/>
            <a:ext cx="658368" cy="10515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00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Category preference is independent of gender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9.09  ·  df = 4  ·  p = 0.059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852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FAIL TO REJECT H₀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86600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genders shop similarly across all categories.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84448"/>
            <a:ext cx="658368" cy="10515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587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657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005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Mean order value is equal across all categories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0.717  ·  p = 0.580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FAIL TO REJECT H₀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is consistent across categories.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Electronics &amp; Furniture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command the highest revenue. Increase inventory 2 months before March peak.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04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36–50 Age Segment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715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programs and personalised email campaigns for this highest-spending cohort.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11296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027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6027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Tier-2 Cities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0142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discounts and localised delivery deals can unlock significant untapped demand.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05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005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Gender-Neutral Campaigns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94960" y="1417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prove no spending gap — universal product-centric ads maximise ROI.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12848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04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3042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Pre-plan Around the March Peak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0" y="2715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Forecast-driven inventory stocking and promotional launches should begin by January.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has a healthy, diversified revenue base of ₹139.4 Million with clear growth levers waiting to be activated.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dominant revenue driver — protect and grow this category.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is the peak demand month — seasonal planning is essential.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36–50 age group is the highest-value customer segment.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spending parity enables cost-efficient universal campaigns.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city expansion represents the next major growth frontier.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8046720" cy="594360"/>
          </a:xfrm>
          <a:prstGeom prst="roundRect">
            <a:avLst>
              <a:gd name="adj" fmla="val 1076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Implementing these recommendations targets a 20–30% revenue uplift in 2026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·  Task 4  ·  2025–2026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1065</Words>
  <Application>Microsoft Office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E-Commerce: Data Storytelling &amp; Statistical Validation</dc:title>
  <dc:subject>Task 4 — Data Analytics Internship</dc:subject>
  <dc:creator>ApexPlanet Intern</dc:creator>
  <cp:lastModifiedBy>Sai Meghana Allineni</cp:lastModifiedBy>
  <cp:revision>2</cp:revision>
  <dcterms:created xsi:type="dcterms:W3CDTF">2026-06-27T17:58:45Z</dcterms:created>
  <dcterms:modified xsi:type="dcterms:W3CDTF">2026-06-27T18:09:34Z</dcterms:modified>
</cp:coreProperties>
</file>